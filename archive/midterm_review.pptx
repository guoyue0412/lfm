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BFA5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FA5"/>
                </a:solidFill>
              </a:rPr>
              <a:t>哈尔滨工业大学（深圳） · 硕士学位论文中期检查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基于代理模型的复杂风场内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FA5"/>
                </a:solidFill>
              </a:rPr>
              <a:t>无人机螺旋桨气动外形优化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LLFVW 高保真仿真 → MoE 代理模型 → CMA-ES 配平约束优化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0A4AE"/>
                </a:solidFill>
              </a:rPr>
              <a:t>答辩人：郭跃  |  学号：24S153206
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0A4AE"/>
                </a:solidFill>
              </a:rPr>
              <a:t>指导教师：何晓舟 教授  |  机器人与先进制造学院 · 能源动力
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0A4AE"/>
                </a:solidFill>
              </a:rPr>
              <a:t>深圳市科技重大专项 KJZD20230923115210021
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0BFA5"/>
                </a:solidFill>
              </a:rPr>
              <a:t>2026 年 6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1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汇报提纲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54864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3840480" cy="10515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44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研究背景与开题方案回顾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问题定义、四项研究任务、原计划技术路线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840480" cy="10515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240" y="1344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已完成工作（一）：仿真平台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B-Spline 参数化、LLFVW 气动模型、UIUC 验证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3840480" cy="10515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578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已完成工作（二）：代理模型与优化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DNN→MoE 演进、V1→V4 迭代、OOD 发现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3840480" cy="10515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578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已完成工作（三）：辅助模块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Mann 风场建模、CFD 验证模板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3840480" cy="10515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813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当前进展与数据扩展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1000 几何 LLFVW 仿真、GPU 加速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3840480" cy="10515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813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进度对比与后续计划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开题 vs 实际、方法演变、剩余工作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2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FA5"/>
                </a:solidFill>
              </a:rPr>
              <a:t>研究背景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复杂风场内无人机螺旋桨气动外形优化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</a:rPr>
              <a:t>1  城市低空湍流环境，前飞时桨叶承受非轴向来流，效率远低于悬停设计点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</a:rPr>
              <a:t>2  传统 BEMT/CFD 耗时大，难以高效探索参数空间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</a:rPr>
              <a:t>3  前后桨差速配平引入强耦合约束，现有研究多忽略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F2FD"/>
                </a:solidFill>
              </a:rPr>
              <a:t>4  已有文献集中于悬停优化，前飞巡航工况优化稀缺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</a:rPr>
              <a:t>优化目标：min Pelec/V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639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等价于最大化 Breguet 航程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325880"/>
            <a:ext cx="3840480" cy="146304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开题四项研究任务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719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T1  LLFVW 高保真仿真数据生成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T2  DNN 气动代理模型构建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2212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T3  PPO 在线调参 NSGA-II 多目标优化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4597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T4  CFD 高保真验证与可视化分析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971800"/>
            <a:ext cx="3840480" cy="77724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设计变量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291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8 个 B-Spline 控制点 (4 chord + 4 twist)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degree=3 → 22 径向截面  |  APC 10×7 基准桨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931920"/>
            <a:ext cx="3840480" cy="54864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39593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无人机平台：3.5 kg · 10" 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Vcruise=10 m/s · 前后对称 X 构型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3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8AFF"/>
                </a:solidFill>
              </a:rPr>
              <a:t>方案演变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开题技术路线 → 实际演进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开题方案（2024.09）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828800" cy="640080"/>
          </a:xfrm>
          <a:prstGeom prst="rect">
            <a:avLst/>
          </a:prstGeom>
          <a:solidFill>
            <a:srgbClr val="132B50"/>
          </a:solidFill>
          <a:ln w="12700">
            <a:solidFill>
              <a:srgbClr val="90A4A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LLFVW 仿真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100 几何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3172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1828800" cy="640080"/>
          </a:xfrm>
          <a:prstGeom prst="rect">
            <a:avLst/>
          </a:prstGeom>
          <a:solidFill>
            <a:srgbClr val="132B50"/>
          </a:solidFill>
          <a:ln w="12700">
            <a:solidFill>
              <a:srgbClr val="90A4A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78892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单 MLP DNN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代理模型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1828800" cy="640080"/>
          </a:xfrm>
          <a:prstGeom prst="rect">
            <a:avLst/>
          </a:prstGeom>
          <a:solidFill>
            <a:srgbClr val="132B50"/>
          </a:solidFill>
          <a:ln w="12700">
            <a:solidFill>
              <a:srgbClr val="90A4A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93776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PPO+NSGA-II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多目标优化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29400" y="1554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86600" y="1417320"/>
            <a:ext cx="1828800" cy="640080"/>
          </a:xfrm>
          <a:prstGeom prst="rect">
            <a:avLst/>
          </a:prstGeom>
          <a:solidFill>
            <a:srgbClr val="132B50"/>
          </a:solidFill>
          <a:ln w="12700">
            <a:solidFill>
              <a:srgbClr val="90A4A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08660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Star-CCM+ CFD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高保真验证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148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D00"/>
                </a:solidFill>
              </a:rPr>
              <a:t>↓  发现 OOD 外推陷阱 → 方法迭代  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</a:rPr>
              <a:t>实际方案（V2 管线）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788920"/>
            <a:ext cx="1828800" cy="64008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88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LLFVW 仿真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1000 几何×42工况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5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88920" y="2788920"/>
            <a:ext cx="1828800" cy="64008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788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MoE 代理模型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μ + σ 不确定度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5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2788920"/>
            <a:ext cx="1828800" cy="64008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788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CMA-ES+配平约束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三轴平衡+OOD防护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A5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86600" y="2788920"/>
            <a:ext cx="1828800" cy="64008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788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QBlade LLFVW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回验+可视化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3566160"/>
            <a:ext cx="2651760" cy="1097280"/>
          </a:xfrm>
          <a:prstGeom prst="rect">
            <a:avLst/>
          </a:prstGeom>
          <a:solidFill>
            <a:srgbClr val="3D24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D00"/>
                </a:solidFill>
              </a:rPr>
              <a:t>变更一：代理模型升级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85876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单 MLP → MoE (K=4)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+异方差NLL不确定度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My从解析估算→直接预测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3566160"/>
            <a:ext cx="2651760" cy="1097280"/>
          </a:xfrm>
          <a:prstGeom prst="rect">
            <a:avLst/>
          </a:prstGeom>
          <a:solidFill>
            <a:srgbClr val="3D24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D00"/>
                </a:solidFill>
              </a:rPr>
              <a:t>变更二：优化算法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11880" y="385876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PPO+NSGA-II → CMA-ES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PPO FM=0.899 OOD不可控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V4 FM=0.947 全部可信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566160"/>
            <a:ext cx="2651760" cy="1097280"/>
          </a:xfrm>
          <a:prstGeom prst="rect">
            <a:avLst/>
          </a:prstGeom>
          <a:solidFill>
            <a:srgbClr val="3D24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D00"/>
                </a:solidFill>
              </a:rPr>
              <a:t>变更三：验证策略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3858768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CFD终验 → QBlade回验优先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与仿真数据同源,快速闭环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CFD作辅助高保真验证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4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FA5"/>
                </a:solidFill>
              </a:rPr>
              <a:t>已完成工作（一）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LLFVW 仿真平台搭建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F0AE"/>
                </a:solidFill>
              </a:rPr>
              <a:t>对应开题任务 T1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4023360" cy="100584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B-Spline 参数化建模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5361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8控制点(4 chord+4 twist), degree=3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→22径向截面→三维螺旋桨几何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APC 10×7 拟合验证通过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4023360" cy="100584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50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LLFVW 气动理论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7249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Biot-Savart诱导速度+无穿透边界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N×N线性方程→Kutta-Joukowski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1000时间步+后120步周期平均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023360" cy="100584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自动化仿真框架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9136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Python驱动QBlade SIL (.so/.dll)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Ubuntu(GPU)+Windows跨平台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批量.sim生成→仿真→提取→入库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1188720"/>
            <a:ext cx="3840480" cy="182880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UIUC 两级验证 (Dantsker 2022)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15544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翼型 (2D)：</a:t>
            </a:r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E374/NACA6409 · XFoil 251点
Re=10⁵~3×10⁵ · 小攻角Cl,Cd一致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螺旋桨 (3D)：</a:t>
            </a:r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APC 10×7 · RPM∈[4007,6519]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CT, CP, η 差异均 ≤10%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140组工况与UIUC风洞对照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3200400"/>
            <a:ext cx="3840480" cy="640080"/>
          </a:xfrm>
          <a:prstGeom prst="rect">
            <a:avLst/>
          </a:prstGeom>
          <a:solidFill>
            <a:srgbClr val="132B50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A5"/>
                </a:solidFill>
              </a:rPr>
              <a:t>100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0640" y="3566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V1几何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D00"/>
                </a:solidFill>
              </a:rPr>
              <a:t>→1000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55080" y="3566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V2扩展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A5"/>
                </a:solidFill>
              </a:rPr>
              <a:t>42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89520" y="3566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工况/几何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4023360"/>
            <a:ext cx="3840480" cy="77724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4069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网格收敛性验证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4315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翼型：251点标准网格 · 螺旋桨：3°/步·1000步→收敛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时间分辨率与网格无关性均满足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5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FA5"/>
                </a:solidFill>
              </a:rPr>
              <a:t>已完成工作（二）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代理模型：DNN → MoE 演进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9F0AE"/>
                </a:solidFill>
              </a:rPr>
              <a:t>对应开题任务 T2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4023360" cy="2011680"/>
          </a:xfrm>
          <a:prstGeom prst="rect">
            <a:avLst/>
          </a:prstGeom>
          <a:solidFill>
            <a:srgbClr val="132B50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A4AE"/>
                </a:solidFill>
              </a:rPr>
              <a:t>V1 实现：单 MLP DNN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输入 47 维 (3工况 + 22×chord + 22×twist)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隐藏层 [64, 128, 64] · ReLU · Dropout 0.001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输出：Fx, Fy, Fz, Torque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MSE损失 · Adam · CosineAnnealingLR · 5000 epochs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100几何 × 72工况 = 7200 样本 (train:test=9:1)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Fx MAPE 1.03% · Fz 1.50% · Torque 0.99%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023360" cy="1371600"/>
          </a:xfrm>
          <a:prstGeom prst="rect">
            <a:avLst/>
          </a:prstGeom>
          <a:solidFill>
            <a:srgbClr val="3D24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</a:rPr>
              <a:t>问题：分布内精度高 ≠ 外推可靠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73075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CMA-ES无约束 → FM=1.004（物理不可能）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twist 100%截面OOD, chord 68%截面OOD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RPM外推 +1455 (超出[4000,6500])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PPO同样受影响：FM=0.899 但OOD不可控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→ 核心问题不在优化算法，而在模型缺乏可信度感知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3840480" cy="246888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实际方案：MoE 代理模型 (V2)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5544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Shared Encoder 47→64 (BatchNorm+ReLU)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Gating Network 64→K (softmax权重)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K=4 Experts 各64→128→8 [μ₄+log_σ₄]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输出：[T,H,My,Q] + [σT,σH,σMy,σQ]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相比DNN的核心改进：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+ 异方差NLL损失→自动学习预测不确定度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+ My直接预测（不再解析估算）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+ 混合方差 σ²=Σπk(σk²+μk²)−μ²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+ Balance+熵正则化防expert坍缩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+ 输入维度11→47（含22截面分布）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3383280"/>
            <a:ext cx="3840480" cy="137160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3429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为什么选 MoE 而非 MC-Dropout/Ensemble？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492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单次前向同时获得μ+σ (CMA-ES 16×200次评估)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Gating天然适配多工况分区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异方差NLL学出输入相关σ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Ensemble需N次前向,MC-Dropout需T次采样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6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D00"/>
                </a:solidFill>
              </a:rPr>
              <a:t>关键发现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V1→V4 迭代：从虚假最优到可信优化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1371600"/>
                <a:gridCol w="731520"/>
                <a:gridCol w="731520"/>
                <a:gridCol w="1188720"/>
                <a:gridCol w="731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版本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优化器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约束策略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FM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功率(W)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几何OOD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可信度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3F2FD"/>
                          </a:solidFill>
                        </a:rPr>
                        <a:t>V1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CMA-ES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无约束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5252"/>
                          </a:solidFill>
                        </a:rPr>
                        <a:t>1.004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342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5252"/>
                          </a:solidFill>
                        </a:rPr>
                        <a:t>37/44 (84%)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5252"/>
                          </a:solidFill>
                        </a:rPr>
                        <a:t>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3F2FD"/>
                          </a:solidFill>
                        </a:rPr>
                        <a:t>V1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PPO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无约束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5252"/>
                          </a:solidFill>
                        </a:rPr>
                        <a:t>0.899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382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5252"/>
                          </a:solidFill>
                        </a:rPr>
                        <a:t>OOD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5252"/>
                          </a:solidFill>
                        </a:rPr>
                        <a:t>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3F2FD"/>
                          </a:solidFill>
                        </a:rPr>
                        <a:t>V3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CMA-ES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OOD软惩罚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40"/>
                          </a:solidFill>
                        </a:rPr>
                        <a:t>0.941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365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40"/>
                          </a:solidFill>
                        </a:rPr>
                        <a:t>15/44 (34%)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40"/>
                          </a:solidFill>
                        </a:rPr>
                        <a:t>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V4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CMA-ES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F2FD"/>
                          </a:solidFill>
                        </a:rPr>
                        <a:t>硬约束(数据驱动)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0.947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3F2FD"/>
                          </a:solidFill>
                        </a:rPr>
                        <a:t>363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FA5"/>
                          </a:solidFill>
                        </a:rPr>
                        <a:t>0/44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FA5"/>
                          </a:solidFill>
                        </a:rPr>
                        <a:t>★★★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V4最优解：FM=0.9469 · P=362.7W · chord CP=[0.0136, 0.0438, 0.0198, 0.0048] · twist CP=[37.4°, 13.5°, 11.3°, 8.5°]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3291840"/>
            <a:ext cx="4023360" cy="1463040"/>
          </a:xfrm>
          <a:prstGeom prst="rect">
            <a:avLst/>
          </a:prstGeom>
          <a:solidFill>
            <a:srgbClr val="132B5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252"/>
                </a:solidFill>
              </a:rPr>
              <a:t>OOD 外推陷阱（核心发现）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现象：CMA-ES V1 FM=1.004（物理不可能值）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诊断：twist 22/22截面OOD, chord 15/22截面OOD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根因：MLP分布内MAPE 1%,但OOD外推不可靠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对比：PPO也FM=0.899 OOD不可控→问题不在优化算法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→ 需要代理模型具备不确定度感知能力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37760" y="3291840"/>
            <a:ext cx="3840480" cy="146304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4920" y="3337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配平约束求解器（开题无此模块）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74920" y="36118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三轴平衡：Fx=0, Fz=mg, My=0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求解变量：[α, Ω₁, Ω₂] (迎角+前后桨转速)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V1收敛率仅3% → V2多初始值×6 → 100%收敛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My由MoE直接预测 (非解析km·T·R·μ)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RPM∈[4000,6500] · α∈[2°,8°]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7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FA5"/>
                </a:solidFill>
              </a:rPr>
              <a:t>已完成工作（三）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辅助模块：风场建模 + CFD 验证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4023360" cy="320040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Mann 复杂风场建模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基于 Mann 模型的三维湍流风场生成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频谱法：谱表示+随机相位构造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FA5"/>
                          </a:solidFill>
                        </a:rPr>
                        <a:t>参数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FA5"/>
                          </a:solidFill>
                        </a:rPr>
                        <a:t>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风场盒子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20m×1m×1m, 高度10m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网格点数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631×256×256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积分尺度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L_MANN = 15m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各向异性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Γ = 3.9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αε参数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0.0660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参考风速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12 m/s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IEC标准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61400, NTM, TI=16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方差缩放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(1.10,0.80,0.48)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937760" y="1188720"/>
            <a:ext cx="3840480" cy="219456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</a:rPr>
              <a:t>CFD 验证模板 (Star-CCM+)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7492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对应开题任务 T4：高保真验证与可视化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783080"/>
          <a:ext cx="3566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FA5"/>
                          </a:solidFill>
                        </a:rPr>
                        <a:t>参数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FA5"/>
                          </a:solidFill>
                        </a:rPr>
                        <a:t>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计算域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入口/出口10D, 总宽25D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旋转域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直径1.2D, 宽0.4D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网格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~700万, 阻塞比2.5%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湍流模型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SST k-ω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y+范围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0~1 (满足要求)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精度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CP,CT,η误差≤5%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937760" y="3566160"/>
            <a:ext cx="3840480" cy="8229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074920" y="3611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验证策略调整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74920" y="3858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开题：CFD为主要终验手段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实际：QBlade LLFVW回验优先(同源闭环)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CFD仍保留为辅助高保真验证,模板已就绪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8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D00"/>
                </a:solidFill>
              </a:rPr>
              <a:t>当前进展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LLFVW 仿真数据扩展 — 100 → 1000 几何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FA5"/>
                </a:solidFill>
              </a:rPr>
              <a:t>1000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LHS采样几何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143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FA5"/>
                </a:solidFill>
              </a:rPr>
              <a:t>42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15727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工况/几何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143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FA5"/>
                </a:solidFill>
              </a:rPr>
              <a:t>42K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66160" y="15727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目标样本量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4023360" cy="192024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965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仿真配置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仿真器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22402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QBlade CE v2.0.8.6 LLFVW (SIL)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487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部署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4871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Linux .so · RTX 3060 GPU (OpenCL)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7340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时间步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27340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1000步, 取后120步均值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工况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29809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6 RPM × 7 Angle, Wind=10 m/s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227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采样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2278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LHS (d=8, seed=42), baseline±30%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474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落盘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45920" y="3474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batch-size=1 (逐几何即时保存pkl)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4023360" cy="8229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GPU 加速：3.5h → 1.1h/几何 (3.2× 提速)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停止CPU并行后GPU独占资源,吞吐从~6/天提升到~21/天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1143000"/>
            <a:ext cx="3840480" cy="1645920"/>
          </a:xfrm>
          <a:prstGeom prst="rect">
            <a:avLst/>
          </a:prstGeom>
          <a:solidFill>
            <a:srgbClr val="3D24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D00"/>
                </a:solidFill>
              </a:rPr>
              <a:t>时间预估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当前速度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~1.1 h/几何 · ~21几何/天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geom 710-999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~13天 → 约6/20完成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</a:rPr>
              <a:t>geom 0-709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~33天 → 约7/23完成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7492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D00"/>
                </a:solidFill>
              </a:rPr>
              <a:t>全量1000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D00"/>
                </a:solidFill>
              </a:rPr>
              <a:t>预计7月下旬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926080"/>
            <a:ext cx="3840480" cy="91440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7492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可提前启动的工作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300+几何完成后即可启动MoE初步训练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验证架构+调参,数据补齐后增量微调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→ 不必等全量数据,节省2-3周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37760" y="3977640"/>
            <a:ext cx="3840480" cy="8229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74920" y="40233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进度概览 (2026-06-07)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74920" y="4297680"/>
            <a:ext cx="3474720" cy="109728"/>
          </a:xfrm>
          <a:prstGeom prst="rect">
            <a:avLst/>
          </a:prstGeom>
          <a:solidFill>
            <a:srgbClr val="132B50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74920" y="4297680"/>
            <a:ext cx="137160" cy="10972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92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GPU geom 710-999 进行中   ·   总进度 ~2%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9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8AFF"/>
                </a:solidFill>
              </a:rPr>
              <a:t>进度对比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开题进度 vs 实际执行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9260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FA5"/>
                          </a:solidFill>
                        </a:rPr>
                        <a:t>时间段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FA5"/>
                          </a:solidFill>
                        </a:rPr>
                        <a:t>开题计划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FA5"/>
                          </a:solidFill>
                        </a:rPr>
                        <a:t>实际执行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FA5"/>
                          </a:solidFill>
                        </a:rPr>
                        <a:t>状态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2024.09—12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气动建模+仿真平台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B-Spline+UIUC验证+自动化框架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9F0AE"/>
                          </a:solidFill>
                        </a:rPr>
                        <a:t>按计划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2025.01—04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DNN代理模型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100几何DNN+V1 pipeline·发现OOD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9F0AE"/>
                          </a:solidFill>
                        </a:rPr>
                        <a:t>按计划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2025.05—08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PPO调参NSGA-II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V1→V4迭代·MoE+配平方案设计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AFF"/>
                          </a:solidFill>
                        </a:rPr>
                        <a:t>方法调整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2025.09—11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复杂风场扩展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Mann风场完成·V2代码实现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AFF"/>
                          </a:solidFill>
                        </a:rPr>
                        <a:t>并行推进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2025.12—26.04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外形优化与鲁棒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QBlade Linux GPU·1000几何启动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8AFF"/>
                          </a:solidFill>
                        </a:rPr>
                        <a:t>调整顺序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2026.05—06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CFD验证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CFD模板就绪·GPU数据生成中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D00"/>
                          </a:solidFill>
                        </a:rPr>
                        <a:t>进行中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2026.07—08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结果整理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MoE训练+CMA-ES优化+回验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待执行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2026.09—11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论文与答辩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3F2FD"/>
                          </a:solidFill>
                        </a:rPr>
                        <a:t>论文撰写与答辩准备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0A4AE"/>
                          </a:solidFill>
                        </a:rPr>
                        <a:t>待执行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0D2040"/>
          </a:solidFill>
          <a:ln w="12700">
            <a:solidFill>
              <a:srgbClr val="448A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阶段1-2按计划完成；阶段3-5因OOD发现调整方法路线(PPO+NSGA-II→CMA-ES+配平, DNN→MoE)，工作量增加但方法更扎实；CFD模板已提前就绪；论文时间节点未变。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10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D00"/>
                </a:solidFill>
              </a:rPr>
              <a:t>后续计划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剩余工作路线图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" y="1234440"/>
            <a:ext cx="27432" cy="338328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252728"/>
            <a:ext cx="228600" cy="228600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188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2026.06 — 进行中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1000几何LLFVW数据生成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GPU ~21几何/天 · 预计7月下旬全量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50392" y="1819656"/>
            <a:ext cx="228600" cy="228600"/>
          </a:xfrm>
          <a:prstGeom prst="ellipse">
            <a:avLst/>
          </a:prstGeom>
          <a:solidFill>
            <a:srgbClr val="90A4AE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2026.07 上旬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34440" y="19385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data.py转换 + MoE训练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1214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pkl→CSV · K-fold验证 · 300+几何先行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0392" y="2386584"/>
            <a:ext cx="228600" cy="228600"/>
          </a:xfrm>
          <a:prstGeom prst="ellipse">
            <a:avLst/>
          </a:prstGeom>
          <a:solidFill>
            <a:srgbClr val="90A4AE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3225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2026.07 下旬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34440" y="25054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CMA-ES优化闭环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6883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不确定度引导主动补点 · 迭代收敛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0392" y="2953512"/>
            <a:ext cx="228600" cy="228600"/>
          </a:xfrm>
          <a:prstGeom prst="ellipse">
            <a:avLst/>
          </a:prstGeom>
          <a:solidFill>
            <a:srgbClr val="90A4AE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2889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2026.08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34440" y="30723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QBlade回验 + CFD辅助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2552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最优几何全工况回验 · Star-CCM+流场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0392" y="3520440"/>
            <a:ext cx="228600" cy="228600"/>
          </a:xfrm>
          <a:prstGeom prst="ellipse">
            <a:avLst/>
          </a:prstGeom>
          <a:solidFill>
            <a:srgbClr val="90A4AE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3456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2026.08—09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34440" y="36393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结果分析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8221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基线vs优化桨对比 · 灵敏度分析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0392" y="4087368"/>
            <a:ext cx="228600" cy="228600"/>
          </a:xfrm>
          <a:prstGeom prst="ellipse">
            <a:avLst/>
          </a:prstGeom>
          <a:solidFill>
            <a:srgbClr val="90A4AE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4023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2026.09—11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34440" y="42062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论文撰写与答辩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43891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方法论+实验结果+结论展望 · 5-6万字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1188720"/>
            <a:ext cx="3840480" cy="201168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近期关键里程碑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9F0AE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15544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LHS 1000几何采样设计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4920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9F0AE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17556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QBlade Linux GPU 部署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1956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9F0AE"/>
                </a:solidFill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19568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V2 管线代码完成 (MoE+Trim+CMA-ES)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21579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9F0AE"/>
                </a:solidFill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21579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batch-size=1 防丢失策略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4920" y="23591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D00"/>
                </a:solidFill>
              </a:rPr>
              <a:t>◐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23591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全量数据生成 (进行中)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74920" y="2560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○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49240" y="25603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pkl→CSV 批量转换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74920" y="27614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○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27614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MoE 真实数据训练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4920" y="29626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49240" y="29626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CMA-ES 优化 + 主动补点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37760" y="3383280"/>
            <a:ext cx="3840480" cy="1371600"/>
          </a:xfrm>
          <a:prstGeom prst="rect">
            <a:avLst/>
          </a:prstGeom>
          <a:solidFill>
            <a:srgbClr val="132B5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3429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</a:rPr>
              <a:t>风险与应对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74920" y="3703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1  数据周期长(~47天)：300+子集先行训练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74920" y="39502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2  MoE过拟合：K-fold+早停+balance正则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74920" y="41970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3  边界解持续：扩大CP范围+主动补点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74920" y="4443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F2FD"/>
                </a:solidFill>
              </a:rPr>
              <a:t>4  LLFVW与CFD偏差：多保真点验证+校准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11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FA5"/>
                </a:solidFill>
              </a:rPr>
              <a:t>总结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研究创新点与预期成果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214884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MoE代理模型+不确定度量化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</a:rPr>
              <a:t>相对现有：Wu(2024)等使用单MLP/Kriging,无可信度输出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</a:rPr>
              <a:t>本文：K=4混合专家+异方差NLL→伴随输出σ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</a:rPr>
              <a:t>证据：V1 MLP在OOD区域给出FM=1.004虚假预测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97480" cy="214884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476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前飞差速配平嵌套优化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6459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</a:rPr>
              <a:t>相对现有：Klimczyk(2022)等仅优化悬停,不涉配平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</a:rPr>
              <a:t>本文：CMA-ES每次评估嵌套三轴配平[α,Ω₁,Ω₂]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</a:rPr>
              <a:t>证据：多初始值×6→100%收敛,物理可实现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97480" cy="2148840"/>
          </a:xfrm>
          <a:prstGeom prst="rect">
            <a:avLst/>
          </a:prstGeom>
          <a:solidFill>
            <a:srgbClr val="0D3D38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OOD感知+主动补点闭环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</a:rPr>
              <a:t>相对现有：Tao(2019)等假设模型全域可靠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</a:rPr>
              <a:t>本文：实证OOD陷阱(84%截面外推)+硬约束+σ补点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F2FD"/>
                </a:solidFill>
              </a:rPr>
              <a:t>闭环：优化→σ超阈值→补采LLFVW→重训→再优化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132B50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预期成果 — 对应开题四项目标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优化平台搭建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LLFVW+MoE+CMA-ES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全栈自动化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60120" y="4434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F0AE"/>
                </a:solidFill>
              </a:rPr>
              <a:t>代码完成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7180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优化螺旋桨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7180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APC 10×7 基准桨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Vcruise=10m/s最优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971800" y="4434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D00"/>
                </a:solidFill>
              </a:rPr>
              <a:t>7月执行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344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验证与可视化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QBlade回验+Star-CCM+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流场对比·模板就绪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3480" y="4434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D00"/>
                </a:solidFill>
              </a:rPr>
              <a:t>8月执行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7512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FA5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9516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42K仿真数据集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9516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1000几何×42工况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LHS d=8全覆盖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95160" y="4434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D00"/>
                </a:solidFill>
              </a:rPr>
              <a:t>生成中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BFA5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感谢各位老师 · 批评指正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FA5"/>
                </a:solidFill>
              </a:rPr>
              <a:t>敬请提问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郭跃  |  指导教师：何晓舟 教授
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</a:rPr>
              <a:t>哈尔滨工业大学（深圳）  |  2026 年 6 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基于代理模型的复杂风场内无人机螺旋桨气动外形优化 — 中期汇报</dc:title>
  <dc:subject>PptxGenJS Presentation</dc:subject>
  <dc:creator>郭跃</dc:creator>
  <cp:lastModifiedBy>郭跃</cp:lastModifiedBy>
  <cp:revision>1</cp:revision>
  <dcterms:created xsi:type="dcterms:W3CDTF">2026-06-09T16:43:11Z</dcterms:created>
  <dcterms:modified xsi:type="dcterms:W3CDTF">2026-06-09T16:43:11Z</dcterms:modified>
</cp:coreProperties>
</file>