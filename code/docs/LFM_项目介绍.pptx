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符号分布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6366F1"/>
              </a:solidFill>
              <a:effectLst/>
            </c:spPr>
          </c:dPt>
          <c:dPt>
            <c:idx val="3"/>
            <c:bubble3D val="0"/>
            <c:spPr>
              <a:solidFill>
                <a:srgbClr val="0891B2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根目录</c:v>
                </c:pt>
                <c:pt idx="1">
                  <c:v>optimization_v2</c:v>
                </c:pt>
                <c:pt idx="2">
                  <c:v>ppo_optimize</c:v>
                </c:pt>
                <c:pt idx="3">
                  <c:v>Propeller</c:v>
                </c:pt>
                <c:pt idx="4">
                  <c:v>scripts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234</c:v>
                </c:pt>
                <c:pt idx="1">
                  <c:v>199</c:v>
                </c:pt>
                <c:pt idx="2">
                  <c:v>102</c:v>
                </c:pt>
                <c:pt idx="3">
                  <c:v>165</c:v>
                </c:pt>
                <c:pt idx="4">
                  <c:v>40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数量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import</c:v>
                  </c:pt>
                  <c:pt idx="1">
                    <c:v>variable</c:v>
                  </c:pt>
                  <c:pt idx="2">
                    <c:v>function</c:v>
                  </c:pt>
                  <c:pt idx="3">
                    <c:v>method</c:v>
                  </c:pt>
                  <c:pt idx="4">
                    <c:v>class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283</c:v>
                </c:pt>
                <c:pt idx="1">
                  <c:v>186</c:v>
                </c:pt>
                <c:pt idx="2">
                  <c:v>158</c:v>
                </c:pt>
                <c:pt idx="3">
                  <c:v>89</c:v>
                </c:pt>
                <c:pt idx="4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LFM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螺旋桨气动优化全栈系统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DNN 代理模型 + 四旋翼配平 + RL/进化优化 + QBlade 验证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2194560" cy="1097280"/>
          </a:xfrm>
          <a:prstGeom prst="rect">
            <a:avLst/>
          </a:prstGeom>
          <a:solidFill>
            <a:srgbClr val="0E2A4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代码文件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3474720"/>
            <a:ext cx="2194560" cy="1097280"/>
          </a:xfrm>
          <a:prstGeom prst="rect">
            <a:avLst/>
          </a:prstGeom>
          <a:solidFill>
            <a:srgbClr val="0E2A4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符号节点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52160" y="3474720"/>
            <a:ext cx="2194560" cy="1097280"/>
          </a:xfrm>
          <a:prstGeom prst="rect">
            <a:avLst/>
          </a:prstGeom>
          <a:solidFill>
            <a:srgbClr val="0E2A4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0" y="35204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1,292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85216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郭越  |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系统总览：四阶段流水线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QBlade 仿真到优化验证的完整闭环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46304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69164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QBlade 仿真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LLFVW 涡格法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多工况扫描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pkl 数据输出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run_data_gen.py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25603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514600" y="146304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463040"/>
            <a:ext cx="196596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Shape 12"/>
          <p:cNvSpPr/>
          <p:nvPr/>
        </p:nvSpPr>
        <p:spPr>
          <a:xfrm>
            <a:off x="3154680" y="169164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1546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DNN 代理模型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28346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V1: MLP [64,128,64]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V2: MoE 混合专家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不确定度量化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3840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train.py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moe_model.py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34840" y="25603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709160" y="146304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463040"/>
            <a:ext cx="196596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Shape 20"/>
          <p:cNvSpPr/>
          <p:nvPr/>
        </p:nvSpPr>
        <p:spPr>
          <a:xfrm>
            <a:off x="5349240" y="1691640"/>
            <a:ext cx="640080" cy="64008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0060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优化求解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28346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CMA-ES 进化策略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强化学习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硬约束边界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840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cma_optimizer.py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train_ppo.py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29400" y="256032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903720" y="1463040"/>
            <a:ext cx="1965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03720" y="1463040"/>
            <a:ext cx="196596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Shape 28"/>
          <p:cNvSpPr/>
          <p:nvPr/>
        </p:nvSpPr>
        <p:spPr>
          <a:xfrm>
            <a:off x="7543800" y="169164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75438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95160" y="24231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配平验证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28346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方程非线性配平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多初始值鲁棒求解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功率/航程评估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3840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trim_solver.py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evaluate.py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vs V2 管线对比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两条完全独立的管线，无交叉依赖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3200400"/>
          </a:xfrm>
          <a:prstGeom prst="rect">
            <a:avLst/>
          </a:prstGeom>
          <a:solidFill>
            <a:srgbClr val="162032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管线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 MLP DNN [64, 128, 64]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FM 品质因数最大化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配平: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M_p_y 解析估算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+ CMA-ES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符号 / 6 文件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→ data → train → adapter → trim → ppo_optimize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931920" cy="3200400"/>
          </a:xfrm>
          <a:prstGeom prst="rect">
            <a:avLst/>
          </a:prstGeom>
          <a:solidFill>
            <a:srgbClr val="162032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630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管线 (毕业方案)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LLFVW-MoE 混合专家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P_elec/V 单位距离能耗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配平: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M_p_y 直接由 MoE 预测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CMA-ES + 不确定度惩罚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影响: 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符号 / 4 文件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4023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run.py → data_loader → train_moe → cma → trim → eval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模块架构与符号统计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  <a:gridCol w="4389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文件数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符号数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职责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根目录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V1 管线：DNN 训练 / 配平 / 评估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optimization_v2/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V2 管线（毕业方案）：MoE + CMA-ES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ppo_optimize/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PPO / CMA-ES 优化器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Propeller_project-main/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QBlade 仿真引擎（Linux submodule）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scripts/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Linux 数据采集 wrapper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029200" y="3200400"/>
          <a:ext cx="36576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/>
          <p:nvPr/>
        </p:nvSpPr>
        <p:spPr>
          <a:xfrm>
            <a:off x="5029200" y="2926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符号节点分布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45720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节点类型分布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274320" y="3200400"/>
          <a:ext cx="43891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核心类影响分析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CodeGraph impact 分析 — 修改核心类的波及范围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51760" cy="3200400"/>
          </a:xfrm>
          <a:prstGeom prst="rect">
            <a:avLst/>
          </a:prstGeom>
          <a:solidFill>
            <a:srgbClr val="162032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PropellerPredictor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0020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0020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符号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train.py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adapter.py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eval.py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sweep.py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run_trim.py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optimize_trim.py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651760" cy="3200400"/>
          </a:xfrm>
          <a:prstGeom prst="rect">
            <a:avLst/>
          </a:prstGeom>
          <a:solidFill>
            <a:srgbClr val="162032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508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MoEPredictor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286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33756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48056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符号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154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moe_model.py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train_moe.py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run.py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eval_ppo.py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1417320"/>
            <a:ext cx="2651760" cy="3200400"/>
          </a:xfrm>
          <a:prstGeom prst="rect">
            <a:avLst/>
          </a:prstGeom>
          <a:solidFill>
            <a:srgbClr val="162032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508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17920" y="1920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数据采集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2860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21792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60920" y="2286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36092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符号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1546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simulation.py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run_data_gen.py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技术栈与工具链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9728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25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仿真引擎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QBlade CE 2.0.8.6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LLFVW 涡格法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 SIL 接口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ctypes DLL 桥接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14600" y="1097280"/>
            <a:ext cx="196596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325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深度学习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2.12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/ MoE 架构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BatchNorm + Dropout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异方差 NLL 损失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09728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97280"/>
            <a:ext cx="1965960" cy="7315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25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优化算法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CMA-ES (cma 4.4)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(SB3 2.8)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Gymnasium 环境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硬约束边界系统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097280"/>
            <a:ext cx="1965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1097280"/>
            <a:ext cx="196596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325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科学计算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1920240"/>
            <a:ext cx="1691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/ SciPy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/ openpyxl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论文级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语言分布：Python 41 文件  |  Objective-C 4  |  C 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设计变量与优化目标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93192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设计变量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8 个 B 样条控制点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4 个 chord 控制点 (弦长分布)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2E8F0"/>
                </a:solidFill>
              </a:rPr>
              <a:t>4 个 twist 控制点 (扭转角分布)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B-Spline 插值 → 22 截面几何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数据驱动边界 CP_BOUNDS_DATA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100 个训练几何 + 5% 边距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93192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优化目标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V1: max FM = mg·V / P_total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品质因数最大化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V2: min P_elec / V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单位距离电气能耗最小化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E2E8F0"/>
                </a:solidFill>
              </a:rPr>
              <a:t>约束条件: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RPM ∈ [4000, 6500]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ANGLE ∈ [82°, 88°]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• 配平收敛 + 不确定度惩罚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LFM 螺旋桨气动优化全栈系统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CodeGraph: 47 files · 788 nodes · 1,292 edges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郭越  |  guoguoyue315@gmail.com  |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LFM 螺旋桨气动优化系统</dc:title>
  <dc:subject>PptxGenJS Presentation</dc:subject>
  <dc:creator>Guo Yue</dc:creator>
  <cp:lastModifiedBy>Guo Yue</cp:lastModifiedBy>
  <cp:revision>1</cp:revision>
  <dcterms:created xsi:type="dcterms:W3CDTF">2026-06-02T08:04:06Z</dcterms:created>
  <dcterms:modified xsi:type="dcterms:W3CDTF">2026-06-02T08:04:06Z</dcterms:modified>
</cp:coreProperties>
</file>